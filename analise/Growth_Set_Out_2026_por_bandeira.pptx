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7070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682496"/>
            <a:ext cx="6620256" cy="2176272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da meta, origens, funil e onde o CRO deve atuar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242816"/>
            <a:ext cx="6373368" cy="74980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FEFE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FEFE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73152" y="-27432"/>
            <a:ext cx="2596896" cy="5202936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4952" y="301752"/>
            <a:ext cx="5751576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Sumário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118104" y="932688"/>
            <a:ext cx="5605272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3118104" y="1252728"/>
            <a:ext cx="5751576" cy="205740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Visão do Grupo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Oscar Calçados (web)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Oscar Calçados (app)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Paquetá Esportes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Paquetá Calçados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Visão do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Grupo: 75%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de R$ 409.475: R$ 85.531 de meta acima do faturado de agosto e R$ 323.944 de piora, com conversão e volume pesando de forma parecida.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 | efeitos em R$ de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86537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280160"/>
                <a:gridCol w="914400"/>
                <a:gridCol w="1051560"/>
                <a:gridCol w="1051560"/>
                <a:gridCol w="100584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Bandeira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Faturado/captado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-R$ 115.831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-R$ 50.722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-R$ 95.514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+R$ 22.428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-R$ 83.376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(app)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-R$ 59.952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-R$ 28.603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-R$ 32.622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+R$ 11.771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-R$ 7.941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Esportes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-R$ 215.523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-R$ 49.340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+R$ 4.551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+R$ 11.753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-R$ 16.858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Calçados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+R$ 1.510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-R$ 10.231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Grupo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-R$ 409.475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-R$ 129.250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-R$ 122.074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+R$ 35.720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-R$ 108.340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Grupo: 83%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de R$ 36.919: Oscar web, app e Esportes abaixo da meta; Calçados acima. O faturado de outubro ainda está amadurecendo.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 |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48840"/>
          <a:ext cx="8321040" cy="197510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4560"/>
                <a:gridCol w="1463040"/>
                <a:gridCol w="1463040"/>
                <a:gridCol w="155448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Bandeira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R$ 86.538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R$ 65.147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-R$ 21.391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(app)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R$ 51.760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R$ 34.692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-R$ 17.069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Esportes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R$ 56.412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Calçados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R$ 21.634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R$ 28.023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+R$ 6.388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Grupo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R$ 216.344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R$ 179.425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-R$ 36.919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Oscar Calçados (web)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Oscar web fechou setembro com 81% da meta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R$ 91 mil abaixo do faturado de agosto (R$ 713 mil); o gap decorre da piora de R$ 207 mil sobre agosto.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CVR -R$ 96 mil, sessões -R$ 51 mil, razão faturado/captado -R$ 83 mil e ticket +R$ 22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R$ 622.051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R$ 506.220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-R$ 115.831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R$ 713.404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Mobile concentra a queda de receita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-R$ 186 mil (-17,4%): mobile -R$ 134 mil (CVR de 0,77% para 0,57%) e desktop -R$ 51 mil (sessões -18%, com CVR em alta).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R$ 1.074.194 → R$ 887.773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-R$ 186.421 (-17,4%)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1,20% → 1,02% (-0,17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R$ 339 → R$ 352 (+4,0%)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R$ 518.071 → R$ 383.625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-R$ 134.446 (-26,0%)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-4,2%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0,57% (-0,20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R$ 324 → R$ 338 (+4,3%)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R$ 554.561 → R$ 503.338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-R$ 51.223 (-9,2%)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-18,1%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2,73% → 2,95% (+0,21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R$ 354 → R$ 364 (+2,8%)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mobile e desktop explicam o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-R$ 129.083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0,78% → 0,46%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-R$ 70.432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2,45% → 2,38%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ntp.msn.com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-R$ 8.559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13,73% → 16,78%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-R$ 7.677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0,38% → 0,19%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0,81% → 0,50%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ig / source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-R$ 5.311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0,74% → 0,51%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+R$ 17.758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0,84% → 0,95%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+R$ 12.702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0,52% → 0,53%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web_push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+R$ 9.297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3,11% → 3,76%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é crítico no mobile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Mobile: produto → carrinho (-1,7 p.p.) e carrinho → checkout (-4,4 p.p.). Desktop sem etapa crítica: checkout → pagamento subiu de 68,6% para 72,6%.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75,4% → 73,0% (-2,5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77,9% → 74,0%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64,7% → 67,5% (+2,8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→ 6,6%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7,9% → 6,2% (-1,7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9,2% → 8,9%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71,2% → 67,8%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69,7% → 65,3% (-4,4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78,0% → 78,2%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41,7% → 44,9% (+3,2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35,1% → 36,9% (+1,9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68,6% → 72,6% (+4,0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74,8% → 75,1%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67,6% → 65,9%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89,8% → 91,4% (+1,6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1,8% → 1,5%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→ 1,0%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4,4% → 4,6%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Oscar web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conversão. O CVR explica R$ 96 mil da piora de R$ 207 mil (1,20% → 1,02%), concentrado no mobile (0,77% → 0,57%); as sessões (-7,1%) pesam R$ 51 mil e o ticket compensa R$ 22 mil.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(-R$ 129 mil; CVR 0,78% → 0,46%), google / cpc x desktop (-R$ 70 mil; sessões -32%) e Meta Ads x mobile (-R$ 8 mil; sessões -44%).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 e mobile, produto → carrinho (-1,5 e -1,7 p.p.) e, no mobile, carrinho → checkout (-4,4 p.p.). No desktop, nenhuma etapa piorou de forma relevante.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priorizar a página de produto e o carrinho no mobile. Se o mobile voltasse ao CVR de agosto (0,77%), a receita captada seria cerca de R$ 130 mil maior no mês.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Oscar web: 75%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R$ 65 mil está 8,7% acima de 03-07/09 e 5,6% abaixo de 24-28/09; a meta proporcional é de R$ 87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outubro ainda amadurece: equivale a cerca de 33% do captado nos dias 01 a 04, contra 57% em setembro.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R$ 86.538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R$ 65.147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-R$ 21.391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R$ 78.067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R$ 59.946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R$ 97.040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R$ 68.984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-R$ 28.056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Menos sessões, mais conversão em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GMV captado é de R$ 148,5 mil (+6% e +11%), com 40% e 22% menos sessões; CVR de 1,48% e ticket de R$ 361.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27.755 (-40% / -22%)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1,48% (+0,62 / +0,37)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R$ 361 (+3% / +7%)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R$ 148.527 (+6% / +11%)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22.584 (-44% / -22%)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(+0,19 / +0,07)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R$ 371 (+9% / +20%)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R$ 56.375 (-15% / +5%)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5.171 (-15% / -23%)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5,01% (+1,65 / +1,71)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R$ 356 (-1% / -1%)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R$ 92.152 (+25% / +15%)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segue abaixo das referências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10.537 (13.555)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29 (64)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-R$ 6.665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1.452 (2.178)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(68)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-R$ 6.243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cariocacalcados.com.br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247 (300)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cariocacalcados.com.br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56 (132)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4.027 (4.341)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 (56)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+R$ 11.842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1.160 (874)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107 (90)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+R$ 8.801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web_push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272 (303)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30 (11)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+R$ 6.607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Nemu confirma bots e checkout subcontado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06/10 (parcial), as visualizações de página já são o dobro da média diária, com menos da metade das de produto: onda de bots.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checkout (280) é menor que os pedidos de 01 a 05/10 (354 no GA4; 411 no Geral): o evento está subcontado desde 01/10.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Estimativa: cerca de 40% das visualizações de página de 01 a 05/10 não são humanas (219 mil contra cerca de 130 mil esperadas).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Nemu (funil por páginas), GA4 e base Geral | Oscar web, 01 a 06/10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46120"/>
          <a:ext cx="8321040" cy="128016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743200"/>
                <a:gridCol w="1828800"/>
                <a:gridCol w="1920240"/>
                <a:gridCol w="182880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 (Nemu)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01 a 05/10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Média diária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06/10 (parcial)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Visualização de página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219.226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43.845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90.962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Visualização de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26.343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5.269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2.175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Adicionado ao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2.087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417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184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280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Funil estimado: mais intenção por sessão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por etapa (GA4) contra 24-28/09: produto → carrinho estável (7,1%); sessão → produto cai 7,6 p.p.; mais carrinhos viram compra (33% contra 23%), provável efeito de mix com menos tráfego pago. O checkout não é mensurável.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GA4 (sessões que chegam a cada etapa) e base Geral | Oscar web, 01 a 05/10 | estimativa; no desktop, muitas compras ocorrem sem evento de carrinho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377440"/>
          <a:ext cx="8321040" cy="186537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48840"/>
                <a:gridCol w="2057400"/>
                <a:gridCol w="2057400"/>
                <a:gridCol w="2057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 (estimada)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Geral: Out (24-28/09 | Δ)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Mobile: Out (24-28/09 | Δ)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Desktop: Out (24-28/09 | Δ)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60,0% (67,6% | -7,6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62,8% (71,6% | -8,9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48,6% (50,9% | -2,3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7,1% (7,1% | +0,0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6,8% (6,5% | 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9,2% (10,9% | 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 (medido, subcontado)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53,7% (73,4% | -19,7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51,1% (70,2% | -19,1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64,0% (84,9% | -20,9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33,3% (23,0% | +10,3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17,8% (13,2% | +4,7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93,9% (57,4% | +36,5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compra (base Geral)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1,48% (1,11% | +0,4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(0,60% | +0,1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5,01% (3,30% | +1,7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Oscar web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volume. As sessões estão 40% e 22% abaixo das referências (27,8 mil); a conversão (1,48%) e o ticket (R$ 361) compensam, em parte por mix (menos tráfego pago e mais direto e CRM), e o GMV captado se mantém 6% e 11% acima.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(-R$ 6,7 mil; 29 pedidos contra 64) e google / cpc x desktop (-R$ 6,2 mil; 45 contra 68), contra 24-28/09. Compensam direto mobile (+R$ 11,8 mil), direto desktop (+R$ 8,8 mil) e crm / web_push desktop (+R$ 6,6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 (estimadas):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sessão → produto cai de 67,6% para 60,0% (-7,6 p.p.); produto → carrinho segue estável (7,1%) e mais carrinhos viram compra (33% contra 23%). O checkout não é mensurável: 280 na Nemu, abaixo dos 411 pedidos.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levar mais sessões ao produto, retomar o google / cpc e o Meta Ads, validar com a Tec4U e a Deco o checkout (deploy de 30/09 a 01/10) e pedir à Nemu um filtro de bots.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Oscar Calçados (app)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App: 82%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no nível do faturado de agosto (R$ 327 mil); o gap decorre da piora de R$ 57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CVR -R$ 33 mil, sessões -R$ 29 mil, razão faturado/captado -R$ 8 mil e ticket +R$ 12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R$ 329.321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R$ 269.369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-R$ 59.952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R$ 326.764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iOS perde mais receita que o Android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projetada -R$ 51 mil (-14,8%): iOS -R$ 39 mil (sessões -12%, CVR de 2,26% para 2,05%) e Android -R$ 11 mil (sessões -8%).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R$ 342.224 → R$ 291.637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-R$ 50.587 (-14,8%)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-8,8%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1,27% → 1,14% (-0,13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R$ 344 → R$ 359 (+4,4%)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R$ 181.473 → R$ 170.215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-R$ 11.257 (-6,2%)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0,97% → 0,87% (-0,10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R$ 311 → R$ 352 (+13,2%)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R$ 160.751 → R$ 121.422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-R$ 39.329 (-24,5%)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-12,1%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2,26% → 2,05% (-0,21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R$ 391 → R$ 370 (-5,3%)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no iOS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 | Set inclui compra duplicada após 25/09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-R$ 24.112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2,26% → 1,87%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google-play / organic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-R$ 6.178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1,44% → 0,88%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1,10% → 1,01%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-R$ 4.018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2,41% → 2,41%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-R$ 2.304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→ 0,82%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-R$ 801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0,47% → 0,27%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+R$ 20.764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2,05% → 8,41%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+R$ 8.300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+R$ 4.532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+101%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1,35% → 6,04%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No app, a perda está no topo do funil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iOS: sessão → produto (-5,0 p.p.). Android: produto → carrinho (-2,2 p.p.) e sessão → produto (-2,1 p.p.). O checkout não piora.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Android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iOS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44,5% → 41,5% (-3,0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36,5%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65,0% → 60,0% (-5,0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34,6% → 32,5%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33,1% → 30,9%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37,5% → 36,0%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49,0% → 50,2%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46,6% → 47,8%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53,4% → 54,8% (+1,4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47,3% → 45,4%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45,4% → 43,9%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50,2% → 48,1%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83,4% → 81,5%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83,6% → 81,6% (-2,0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83,0% → 81,4%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6,7% → 6,0%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5,9% → 5,3%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8,4% → 7,7%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App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conversão e volume. O CVR explica R$ 33 mil (1,27% → 1,14%) e as sessões R$ 29 mil (-8,8%) da piora de R$ 57 mil; o ticket compensa R$ 12 mil. O iOS concentra a perda de receita.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iOS (-R$ 24 mil; sessões -30%), google-play / organic x Android (-R$ 6 mil; CVR 1,44% → 0,88%) e google / cpc x Android (-R$ 5 mil). O push, somadas as grafias, perde 13% das sessões, com receita estável.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geral, sessão → produto (-3,0 p.p.) e produto → carrinho (-2,1 p.p.); iOS, sessão → produto (-5,0 p.p.); Android, produto → carrinho (-2,2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levar mais sessões ao produto e ao carrinho, com foco no iOS, e corrigir a duplicação de compra da versão de 25/09 para voltar a medir a conversão com segurança.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App: 67%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de R$ 51,8 mil exige 43% mais que o faturado de 24-28/09 (R$ 36,2 mil); o faturado de 01 a 05/10 é de R$ 34,7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está 4% abaixo de 24-28/09 e 14% acima de 03-07/09, com sessões estáveis.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R$ 51.760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R$ 34.692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-R$ 17.069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R$ 41.330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R$ 30.475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-R$ 10.855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R$ 51.374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R$ 36.161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-R$ 15.213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Sessões estáveis; conversão sem leitura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11,8 mil (+0,4% e +7,8%). Receita, CVR e TKM do GA4 não são comparáveis em outubro por causa da compra duplicada; a receita vem do faturado.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371600"/>
                <a:gridCol w="2286000"/>
                <a:gridCol w="2331720"/>
                <a:gridCol w="2331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vs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vs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9.346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+8,5%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2.500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+5,5%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Push perde sessões em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 | origens por sessões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apps.facebook.com / (not set)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198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email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4.702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3.920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1.338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+226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cai nos dois sistemas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geral, produto → carrinho (-3,4 p.p.) e checkout → pagamento (-4,5 p.p.); Android, produto → carrinho (-3,9 p.p.); iOS, sessão → produto (-5,0 p.p.) e checkout → pagamento (-6,6 p.p.).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Android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iOS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34,1% (-1,3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30,1%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49,2% (-5,0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29,8%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28,2%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33,5%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48,6% (+0,4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49,1% (+1,6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47,5% (-2,0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43,9% (-4,5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40,2% (-3,2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51,6% (-6,6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60,1% (-0,5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57,0% (-8,8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65,1% (+12,0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3,8%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3,2% (-1,2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5,3%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App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meta acima do ritmo. As sessões estão estáveis e o faturado (R$ 34,7 mil) está 4% abaixo de 24-28/09, enquanto a meta pede 43% a mais. Conversão e ticket do GA4 não são comparáveis em outubro.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sessões contra 24-28/09, push (soma das grafias) com 678 contra 1.179 (-42%); crm / app_push x Android com 439 contra 897 é a maior queda individual.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(-3,4 p.p. no geral; -3,9 p.p. no Android), checkout → pagamento (-4,5 p.p.; iOS -6,6 p.p.) e sessão → produto no iOS (-5,0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priorizar produto → carrinho e checkout → pagamento nos dois sistemas, a sessão para produto no iOS e a retomada do push, além de corrigir a compra duplicada.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Paquetá Esportes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Esportes: 61%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(R$ 549 mil) exigia 43% mais que o faturado de agosto (R$ 383 mil): R$ 166 mil do gap vêm do nível da meta.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Piora sobre agosto: -R$ 50 mil, quase toda por sessões (-R$ 49 mil); CVR +R$ 5 mil, ticket +R$ 12 mil e razão faturado/captado -R$ 17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R$ 548.869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R$ 333.345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-R$ 215.523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R$ 383.239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 perde volume nos dois devices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-R$ 30 mil (-8,6%): mobile -R$ 18 mil (sessões -13,4%) e desktop -R$ 13 mil (sessões -10,7%, CVR de 0,86% para 0,74%).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R$ 350.668 → R$ 320.440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-R$ 30.228 (-8,6%)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-12,9%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0,70% → 0,71%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R$ 387 → R$ 400 (+3,5%)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R$ 271.969 → R$ 254.362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-R$ 17.607 (-6,5%)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→ 0,71% (+0,04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R$ 384 → R$ 392 (+2,0%)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R$ 78.700 → R$ 66.078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-R$ 12.621 (-16,0%)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0,86% → 0,74% (-0,13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R$ 395 → R$ 435 (+9,9%)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mobile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-R$ 22.062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0,81% → 0,76%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-R$ 3.941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1,51%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-R$ 3.788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0,48% → 0,28%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-R$ 2.886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1,08% → 0,99%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-R$ 2.868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0,96%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lojaspaqueta.com.br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-R$ 1.811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1,14% → 1,32%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l.instagram.com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+R$ 6.082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+53%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0,00% → 2,84%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beacons.ai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+R$ 1.430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+256%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0,00% → 9,38%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+R$ 995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+86%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0,53% → 0,21%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Checkout do desktop é a etapa crítica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Desktop: checkout → pagamento -9,5 p.p. (46,3% → 36,8%) e carrinho → checkout -4,4 p.p. Mobile: sessão → produto -4,0 p.p. e checkout → pagamento -2,8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76,4% → 73,0%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77,1% → 73,2% (-4,0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73,1% → 72,1% (-1,0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6,3% → 7,1% (+0,8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6,4% → 7,2% (+0,8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5,8% → 6,4% (+0,6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75,6% → 73,4%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75,0% → 73,2%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79,2% → 74,8% (-4,4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39,9% → 36,0%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35,8% (-2,8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46,3% → 36,8% (-9,5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67,4% → 69,3% (+2,0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65,0% → 68,2% (+3,1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76,8% → 74,7%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→ 1,3% (+0,0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1,2% → 1,3% (+0,1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1,6% → 1,3%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Esportes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volume, somado a uma meta 43% acima de agosto. As sessões (-12,9%) pesam R$ 49 mil da piora de R$ 50 mil; CVR (0,71%) e ticket (R$ 400) não explicam a queda.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(-R$ 22 mil; sessões -8%), direto x desktop (-R$ 4 mil), google / organic x desktop (-R$ 4 mil; CVR 0,48% → 0,28%) e google / cpc x desktop (-R$ 3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geral, checkout → pagamento (-3,9 p.p.); desktop, checkout → pagamento (-9,5 p.p.) e carrinho → checkout (-4,4 p.p.); mobile, sessão → produto (-4,0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revisar o checkout do desktop e levar mais sessões ao produto no mobile. Se o desktop voltasse à conclusão de checkout de agosto, a receita captada seria cerca de R$ 19 mil maior no mês.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Esportes: 91%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R$ 51,6 mil está 19,8% acima de 03-07/09 e 2,4% acima de 24-28/09; a meta proporcional é de R$ 56,4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outubro ainda amadurece: equivale a cerca de 82% do captado nos dias 01 a 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R$ 56.412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R$ 68.883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R$ 43.047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-R$ 25.836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R$ 85.624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R$ 50.350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58,8%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-R$ 35.273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 mantém conversão com menos sessões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17,6 mil (-6% e -11%); CVR de 0,65% estável; ticket de R$ 441 (+7% e +4%). A receita captada é -5% contra 03-07/09 e +13% contra 24-28/09.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17.617 (-6% / -11%)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0,65% (-0,04 / +0,12)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R$ 441 (+7% / +4%)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R$ 50.757 (-5% / +13%)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14.262 (-10% / -13%)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0,63% (-0,08 / +0,14)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R$ 436 (+11% / +9%)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R$ 39.210 (-12% / +21%)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3.299 (+17% / -2%)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0,76% (+0,16 / +0,02)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R$ 462 (-12% / -7%)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R$ 11.547 (+29% / -7%)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Orgânico e Ads desktop perdem receita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2.026 (1.570)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 (7)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-R$ 2.130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1.791 (1.673)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15 (17)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-R$ 2.054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bing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28 (44)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-R$ 1.150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l.instagram.com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(242)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 (4)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-R$ 849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7.731 (7.561)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55 (46)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+R$ 6.906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1.362 (1.890)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14 (9)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+R$ 2.460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136 (138)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 (0)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+R$ 1.746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Desktop vaza entre carrinho e checkout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desktop, carrinho → checkout -8,2 p.p. e pagamento → compra -12,6 p.p. (base de 5 dias); geral e mobile, produto → carrinho -1,5 e -1,6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62,7%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62,3% (-1,4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71,3% (+0,7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71,9% (+2,7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68,9% (-8,2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37,2% (+9,1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37,4% (+8,7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36,6% (+10,7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68,7% (+1,0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66,9% (+3,9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76,7% (-12,6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(+0,1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Esportes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volume. As sessões estão 6% e 11% abaixo das referências; CVR (0,65%) e ticket (R$ 441) se mantêm ou sobem. O gap contra a meta é pequeno (-R$ 4,8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organic x mobile (-R$ 2,1 mil; 5 pedidos contra 7), google / cpc x desktop (-R$ 2,1 mil) e bing / organic x desktop (-R$ 1,2 mil). Compensam google / cpc x mobile (+R$ 6,9 mil) e direto x mobile (+R$ 2,5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desktop, carrinho → checkout (-8,2 p.p.) e pagamento → compra (-12,6 p.p.); geral e mobile, produto → carrinho (-1,5 e -1,6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manter o foco no checkout do desktop e na página de produto (produto → carrinho), e recuperar o tráfego orgânico no mobile.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Paquetá Calçados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Calçados fechou setembro com 88% da meta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R$ 9 mil acima do faturado de agosto (R$ 138 mil); a piora sobre agosto foi de R$ 9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ticket -R$ 10 mil; CVR +R$ 2 mil, sessões -R$ 1 mil e razão faturado/captado estável.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R$ 146.365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R$ 128.196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87,6%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R$ 137.668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 ticket do desktop explica a queda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-R$ 9 mil (-6,8%): desktop -R$ 8 mil (TKM de R$ 299 para R$ 235) e mobile -R$ 1 mil; sessões e CVR estáveis.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R$ 128.772 → R$ 120.066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-R$ 8.706 (-6,8%)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0,64% → 0,64%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R$ 288 → R$ 267 (-7,4%)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R$ 94.957 → R$ 93.996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-R$ 961 (-1,0%)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0,60% → 0,61%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R$ 284 → R$ 277 (-2,5%)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R$ 33.815 → R$ 26.070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-R$ 7.745 (-22,9%)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0,76% (-0,01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R$ 299 → R$ 235 (-21,5%)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Meta Ads mobile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-R$ 4.322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0,37% → 0,28%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referral / gaston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-R$ 2.026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0,74% → 0,61%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-R$ 1.748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0,79% → 0,15%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bing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-R$ 1.568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1,97% → 0,51%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paquetaesportes.com.br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-R$ 1.356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1,71% → 1,22%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referral / gaston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-R$ 1.143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1,40% → 0,69%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+R$ 2.796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+42%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1,00% → 0,84%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+R$ 1.794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0,57% → 0,84%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+R$ 815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0,25%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cai nos dois devices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cai 0,9 p.p. no geral, no mobile e no desktop (cerca de -11% em termos relativos); no desktop, carrinho → checkout cai 5,8 p.p. Sessão → produto melhora 3,6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61,4% → 65,0% (+3,6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63,7% → 67,5% (+3,9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53,3% → 55,6% (+2,3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8,2% → 7,3%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8,3% → 7,4%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→ 7,2%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63,3% → 62,0% (-1,3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61,8% → 61,5%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69,8% → 64,0% (-5,8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35,5% → 37,9% (+2,5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34,7% → 36,6% (+1,9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43,7% (+5,1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73,1% → 74,2% (+1,1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69,9% → 70,9% (+1,0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84,1% → 85,9% (+1,8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1,4% → 1,3%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1,2% → 1,2%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1,8% → 1,7%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ticket. O TKM explica R$ 10 mil da piora de R$ 9 mil (R$ 288 → R$ 267; desktop de R$ 299 para R$ 235); as sessões (-0,4%) e o CVR (0,64%) ficaram estáveis.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Meta Ads x mobile (-R$ 4 mil; sessões -22%, CVR 0,37% → 0,28%), referral / gaston x mobile (-R$ 2 mil; sessões -46%) e (not set) x desktop (-R$ 2 mil). O google / cpc x mobile compensa em R$ 3 mil.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no geral e nos dois devices (-0,9 p.p.) e carrinho → checkout no desktop (-5,8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melhorar a passagem de produto para carrinho, o carrinho do desktop e o ticket do desktop; voltar ao ticket de agosto no desktop adicionaria cerca de R$ 7 mil de receita captada no mês.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Calçados supera 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R$ 28,0 mil está 70% acima de 03-07/09 e 31% acima de 24-28/09; a meta proporcional é de R$ 21,6 mil (130%).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equivale a cerca de 94% do captado nos dias 01 a 04, próximo do normal.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R$ 21.634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R$ 28.023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129,5%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+R$ 6.388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R$ 18.369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R$ 16.482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89,7%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-R$ 1.887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R$ 22.833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R$ 21.347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93,5%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-R$ 1.486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Conversão puxa a receita de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10,6 mil (-17% e 0%), CVR de 0,88% (contra 0,59% e 0,71%) e ticket de R$ 264; a receita captada sobe 15% e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10.597 (-17% / -0%)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0,88% (+0,28 / +0,17)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R$ 264 (-6% / +8%)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R$ 24.547 (+15% / +34%)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8.574 (-21% / +2%)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0,87% (+0,32 / +0,19)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R$ 262 (-12% / +4%)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R$ 19.615 (+10% / +36%)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1.983 (+4% / -10%)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0,91% (+0,07 / +0,09)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R$ 274 (+26% / +26%)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R$ 4.932 (+41% / +26%)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sustenta o ganho de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110 (150)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 (2)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-R$ 480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whatsapp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 (4)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bonifiq / SMS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 (11)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-R$ 445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221 (222)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2.841 (3.175)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(31)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+R$ 3.067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677 (760)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 (8)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655 (585)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 (5)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+R$ 1.041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Desktop concentra as etapas críticas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desktop, sessão → produto -4,1 p.p. e pagamento → compra -11,7 p.p. (base pequena); geral, produto → carrinho -0,5 p.p. Checkout → pagamento melhora 7,6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72,1% (+0,4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54,2% (-4,1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(-0,5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8,0% (-0,8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8,6%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64,7% (+4,9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64,3% (+5,4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67,1% (+2,1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43,1% (+7,6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42,4% (+7,4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46,9% (+8,5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69,8% (+2,2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67,9% (+5,3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78,3% (-11,7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1,6%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1,5%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2,1% (+0,5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não há queda. A receita sobe por conversão (CVR de 0,88% contra 0,71% em 24-28/09), com sessões estáveis e ticket 8% acima de 24-28/09.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perdas relevantes (todas abaixo de R$ 0,5 mil). Compensam google / cpc x mobile (+R$ 3,1 mil; 45 pedidos contra 31), google / cpc x desktop (+R$ 1,8 mil) e direto x mobile (+R$ 1,0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desktop, sessão → produto (-4,1 p.p.) e pagamento → compra (-11,7 p.p.); geral, produto → carrinho (-0,5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sustentar o ganho de conversão do google / cpc e acompanhar a página de produto (produto → carrinho em 8,1%) e o desktop (pagamento → compra).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